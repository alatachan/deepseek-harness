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讲者备注：必须保留凭证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社区培训方案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预算2000元</a:t>
            </a:r>
          </a:p>
          <a:p>
            <a:r>
              <a:t>参与12人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预算明细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914400">
                <a:tc>
                  <a:txBody>
                    <a:bodyPr/>
                    <a:lstStyle/>
                    <a:p>
                      <a:r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金额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社区培训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